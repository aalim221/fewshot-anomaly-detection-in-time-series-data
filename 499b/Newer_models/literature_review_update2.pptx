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Anomaly Detection in Time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Anomaly detection identifies unusual patterns in data.</a:t>
            </a:r>
          </a:p>
          <a:p>
            <a:r>
              <a:t>• Used in traffic monitoring, network security, fraud detection.</a:t>
            </a:r>
          </a:p>
          <a:p>
            <a:r>
              <a:t>• Time-series data changes over time, making anomaly detection challenging.</a:t>
            </a:r>
          </a:p>
          <a:p>
            <a:r>
              <a:t>• Machine learning and deep learning are widely used for this task.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Anomaly Detection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Statistical methods</a:t>
            </a:r>
          </a:p>
          <a:p>
            <a:r>
              <a:t>• Distance-based techniques</a:t>
            </a:r>
          </a:p>
          <a:p>
            <a:r>
              <a:t>• Clustering methods</a:t>
            </a:r>
          </a:p>
          <a:p/>
          <a:p>
            <a:r>
              <a:t>Examples:</a:t>
            </a:r>
          </a:p>
          <a:p>
            <a:r>
              <a:t>• Z-Score</a:t>
            </a:r>
          </a:p>
          <a:p>
            <a:r>
              <a:t>• Isolation Forest</a:t>
            </a:r>
          </a:p>
          <a:p>
            <a:r>
              <a:t>• K-Means Clustering</a:t>
            </a:r>
          </a:p>
          <a:p/>
          <a:p>
            <a:r>
              <a:t>Limitations: cannot capture complex temporal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for Time-Series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Autoencoders learn compressed representations of normal data.</a:t>
            </a:r>
          </a:p>
          <a:p>
            <a:r>
              <a:t>• RNN / LSTM models capture temporal dependencies.</a:t>
            </a:r>
          </a:p>
          <a:p>
            <a:r>
              <a:t>• CNN models extract local patterns from signals.</a:t>
            </a:r>
          </a:p>
          <a:p/>
          <a:p>
            <a:r>
              <a:t>Deep learning improves accuracy and pattern recognition.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Siamese Networks in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Siamese networks learn similarity between inputs.</a:t>
            </a:r>
          </a:p>
          <a:p>
            <a:r>
              <a:t>• Uses shared weights and embedding representations.</a:t>
            </a:r>
          </a:p>
          <a:p>
            <a:r>
              <a:t>• Distance functions measure similarity.</a:t>
            </a:r>
          </a:p>
          <a:p/>
          <a:p>
            <a:r>
              <a:t>Applications: face recognition, verification, few-shot learning, anomaly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Approach: Autoencoder + Siamese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Autoencoder extracts meaningful features.</a:t>
            </a:r>
          </a:p>
          <a:p>
            <a:r>
              <a:t>• Siamese network learns similarity relationships.</a:t>
            </a:r>
          </a:p>
          <a:p>
            <a:r>
              <a:t>• Combines representation learning with similarity comparison.</a:t>
            </a:r>
          </a:p>
          <a:p/>
          <a:p>
            <a:r>
              <a:t>Benefits:</a:t>
            </a:r>
          </a:p>
          <a:p>
            <a:r>
              <a:t>• Improved anomaly detection</a:t>
            </a:r>
          </a:p>
          <a:p>
            <a:r>
              <a:t>• Robust to noisy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Traditional methods struggle with complex time-series data.</a:t>
            </a:r>
          </a:p>
          <a:p>
            <a:r>
              <a:t>• Deep learning significantly improves detection performance.</a:t>
            </a:r>
          </a:p>
          <a:p>
            <a:r>
              <a:t>• Siamese networks enable similarity-based anomaly detection.</a:t>
            </a:r>
          </a:p>
          <a:p>
            <a:r>
              <a:t>• Hybrid models provide stronger feature learning.</a:t>
            </a:r>
          </a:p>
          <a:p/>
          <a:p>
            <a:r>
              <a:t>This research uses a Hybrid Siamese Network with a Masked Autoencoder.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